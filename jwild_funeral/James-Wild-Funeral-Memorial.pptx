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heic" ContentType="image/heic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B4945B"/>
          </a:solidFill>
          <a:ln w="12700">
            <a:solidFill>
              <a:srgbClr val="B4945B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hei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heic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494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JAMES WILD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F6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life remembered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5440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Funeral Memorial •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0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0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0883.JPG-97d5b31bd57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0883.JPG-97d5b31bd57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0970-5d8a4c2b467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0970-5d8a4c2b467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1999.JPG-d8c1182ab4ba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1999.JPG-d8c1182ab4ba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2428.JPG-a2ea6bfe8e5f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2428.JPG-a2ea6bfe8e5f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3027-4b8c1bf461a7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3027-4b8c1bf461a7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3028-4e3ffeb30b7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3028-4e3ffeb30b7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3043-9e2a045af39d.hei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228600"/>
            <a:ext cx="11548872" cy="6263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 •  JAMES WILD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jwild_funeral/photos/IMG_3043-9e2a045af39d.heic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-1051560" y="-548640"/>
            <a:ext cx="14292072" cy="81290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 •  JAMES WILD  •  MEMORY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494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FOR THE SERVICE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 files included with this presentation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7240" y="1947672"/>
            <a:ext cx="310896" cy="310896"/>
          </a:xfrm>
          <a:prstGeom prst="ellipse">
            <a:avLst/>
          </a:prstGeom>
          <a:solidFill>
            <a:srgbClr val="B4945B"/>
          </a:solidFill>
          <a:ln w="12700">
            <a:solidFill>
              <a:srgbClr val="B494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47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0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8745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6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old rugged cross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660904"/>
            <a:ext cx="310896" cy="310896"/>
          </a:xfrm>
          <a:prstGeom prst="ellipse">
            <a:avLst/>
          </a:prstGeom>
          <a:solidFill>
            <a:srgbClr val="B4945B"/>
          </a:solidFill>
          <a:ln w="12700">
            <a:solidFill>
              <a:srgbClr val="B49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60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0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25877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6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amazing grace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374136"/>
            <a:ext cx="310896" cy="310896"/>
          </a:xfrm>
          <a:prstGeom prst="ellipse">
            <a:avLst/>
          </a:prstGeom>
          <a:solidFill>
            <a:srgbClr val="B4945B"/>
          </a:solidFill>
          <a:ln w="12700">
            <a:solidFill>
              <a:srgbClr val="B494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0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330098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6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nearer my god to thee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B4945B"/>
          </a:solidFill>
          <a:ln w="12700">
            <a:solidFill>
              <a:srgbClr val="B494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0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80160" y="401421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6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great thou art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77240" y="4800600"/>
            <a:ext cx="310896" cy="310896"/>
          </a:xfrm>
          <a:prstGeom prst="ellipse">
            <a:avLst/>
          </a:prstGeom>
          <a:solidFill>
            <a:srgbClr val="B4945B"/>
          </a:solidFill>
          <a:ln w="12700">
            <a:solidFill>
              <a:srgbClr val="B494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800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0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7274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6F0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youll never walk alone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B9B0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audio files from the accompanying audio folder as the service soundtrack.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JWild Funeral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James Wild — Funeral Memorial</dc:title>
  <dc:subject>James Wild Funeral 2026 photo memorial</dc:subject>
  <dc:creator>James Wild Funeral 2026</dc:creator>
  <cp:lastModifiedBy>James Wild Funeral 2026</cp:lastModifiedBy>
  <cp:revision>1</cp:revision>
  <dcterms:created xsi:type="dcterms:W3CDTF">2026-08-27T18:20:42Z</dcterms:created>
  <dcterms:modified xsi:type="dcterms:W3CDTF">2026-08-27T18:20:42Z</dcterms:modified>
</cp:coreProperties>
</file>